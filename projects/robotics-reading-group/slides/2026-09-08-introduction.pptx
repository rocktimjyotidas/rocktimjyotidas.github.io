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2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96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761488"/>
            <a:ext cx="1371600" cy="45720"/>
          </a:xfrm>
          <a:prstGeom prst="rect">
            <a:avLst/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UMD Robotics Reading Group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This Semester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sessions will concentrate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we present on one topic below — manipulation most often, the others as presenters appear.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237744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23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7512" y="4315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Manipulation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477316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Grasping, dexterous &amp; bimanual control — our main track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6704" y="237744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23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1296" y="2542032"/>
            <a:ext cx="2276856" cy="169164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29584" y="4315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477316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planning &amp; goal-driven movement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37744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23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73368" y="2542032"/>
            <a:ext cx="2276856" cy="169164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91656" y="4315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Locomotion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477316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Legged &amp; whole-body control over terrain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70848" y="237744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23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35440" y="2542032"/>
            <a:ext cx="2276856" cy="1691640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253728" y="4315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Verification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477316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safety &amp; correctness guarantees</a:t>
            </a:r>
            <a:endParaRPr lang="en-US" sz="11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151BD15-F6CC-AF78-2238-FB8FA749D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428" y="2542032"/>
            <a:ext cx="2468880" cy="16916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FB01E02-3F71-B1CE-587A-4423ACE90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42032"/>
            <a:ext cx="2276856" cy="17310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0DD5EEA-4EBC-AE93-6B5C-B100AF5D8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2501383"/>
            <a:ext cx="2345436" cy="189674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FBF769-91C1-8819-FF61-641D41B6F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768005"/>
            <a:ext cx="2309607" cy="1319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Categorize the Field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robotics research along three axes — the brain, the world it acts in, and the body it acts with.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16916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2194560"/>
            <a:ext cx="35661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260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VLAs, World-Action Models &amp; LLM agents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strategies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training recipes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for robot learning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35661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53712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9260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understanding &amp; perception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modeling of the world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&amp; simulation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Real-to-sim-to-real workflows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56448" y="16916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56448" y="2194560"/>
            <a:ext cx="356616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12480" y="18013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49056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29260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&amp; skin sensors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&amp; end-effector design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Data-collection interfaces (UMI)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Embodiment &amp; co-design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Papers — Policy &amp; Environment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14538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453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0136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Skild AI — S1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2199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Skild AI blog, Aug 2026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1460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foundation model built as an in-context learner: shown one video demo, it executes new tasks with no fine-tuning — including unseen 10-minute-long tasks.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19672" y="14538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9672" y="1453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180136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Generalist AI — GEN-1.5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22199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 AI blog, Aug 2026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51460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embodied foundation model that one-shot learns a task from 3–12 s of demonstration, or adapts in 1–10 gradient steps — capabilities emerging from large-scale physical pretraining.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85032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9044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6112" y="3904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25196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Labs — Atlas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67258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Labs blog, Sep 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96519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omni world model over text, image, video &amp; 3D. Generates, reconstructs and simulates scenes with camera control, aiding real-to-sim for robot navigation and manipulation.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685032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9BAA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19672" y="39044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19672" y="39044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425196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RealWonder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67258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 et al. 2026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965192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physics simulator as an interface to improve physics of a video generation model.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Papers — Hardware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body: sensors, grippers, interfaces and the embodiment itself.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6916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23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19293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94944" y="1929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134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7340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et al., 2024 (arXiv:2402.10329)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044952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Manipulation Interface: hand-held grippers for portable, low-cost in-the-wild demo collection. Policies are hardware-agnostic and deploy zero-shot across robots.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23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53712" y="19293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53712" y="1929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3134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DexSkin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AnySkin</a:t>
            </a: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7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FlexiTac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7340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Bhirangi</a:t>
            </a: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2024, </a:t>
            </a:r>
            <a:r>
              <a:rPr lang="en-US" sz="1050" i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Wisreich</a:t>
            </a: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2025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044952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Non-vision based tactile sensors.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23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19293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9A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12480" y="1929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3134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Transformer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73405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Liu &amp; Song, 2026 (arXiv:2607.25798)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044952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diffusion transformer for motion-conditioned robot co-design. Generates robot embodiments that track target trajectories; a fabricated ALOHA design cut tracking error by &gt;70%.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425</Words>
  <Application>Microsoft Macintosh PowerPoint</Application>
  <PresentationFormat>Widescreen</PresentationFormat>
  <Paragraphs>68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Rocktim Jyoti Das</cp:lastModifiedBy>
  <cp:revision>2</cp:revision>
  <dcterms:created xsi:type="dcterms:W3CDTF">2026-09-08T19:19:38Z</dcterms:created>
  <dcterms:modified xsi:type="dcterms:W3CDTF">2026-09-10T18:16:36Z</dcterms:modified>
</cp:coreProperties>
</file>